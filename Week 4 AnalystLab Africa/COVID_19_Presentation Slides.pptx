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6" r:id="rId8"/>
    <p:sldId id="261" r:id="rId9"/>
    <p:sldId id="262" r:id="rId10"/>
    <p:sldId id="263" r:id="rId11"/>
    <p:sldId id="264" r:id="rId12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5833" lnSpcReduction="2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5833" lnSpcReduction="20000"/>
          </a:bodyPr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t>Project Title</a:t>
            </a: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>
              <a:defRPr sz="2200"/>
            </a:pPr>
            <a:r>
              <a:t>COVID-19 Global Analytics Dashboard</a:t>
            </a:r>
          </a:p>
          <a:p>
            <a:pPr>
              <a:defRPr sz="2200"/>
            </a:pPr>
            <a:r>
              <a:t>Prepared by: Christabel Ifeanyichukwu</a:t>
            </a:r>
          </a:p>
          <a:p>
            <a:pPr>
              <a:defRPr sz="2200"/>
            </a:pPr>
            <a:r>
              <a:t>Tool: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sp>
        <p:nvSpPr>
          <p:cNvPr id="104859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Dataset Overview</a:t>
            </a:r>
          </a:p>
        </p:txBody>
      </p:sp>
      <p:sp>
        <p:nvSpPr>
          <p:cNvPr id="104859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Johns Hopkins CSSE COVID-19 dataset</a:t>
            </a:r>
          </a:p>
          <a:p>
            <a:pPr>
              <a:defRPr sz="2200"/>
            </a:pPr>
            <a:r>
              <a:t>Global confirmed cases, deaths and recoveries (2020–2023).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/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Business Problem</a:t>
            </a:r>
          </a:p>
        </p:txBody>
      </p:sp>
      <p:sp>
        <p:nvSpPr>
          <p:cNvPr id="104859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Monitor global pandemic trends, compare countries and support public health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/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KPIs Defined</a:t>
            </a:r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Total Confirmed Cases</a:t>
            </a:r>
          </a:p>
          <a:p>
            <a:pPr>
              <a:defRPr sz="2200"/>
            </a:pPr>
            <a:r>
              <a:t>• Total Recoveries</a:t>
            </a:r>
          </a:p>
          <a:p>
            <a:pPr>
              <a:defRPr sz="2200"/>
            </a:pPr>
            <a:r>
              <a:t>• Total Deaths</a:t>
            </a:r>
          </a:p>
          <a:p>
            <a:pPr>
              <a:defRPr sz="2200"/>
            </a:pPr>
            <a:r>
              <a:t>• Countries Affected</a:t>
            </a:r>
          </a:p>
          <a:p>
            <a:pPr>
              <a:defRPr sz="2200"/>
            </a:pPr>
            <a:r>
              <a:t>• Recovery Rate</a:t>
            </a:r>
          </a:p>
          <a:p>
            <a:pPr>
              <a:defRPr sz="2200"/>
            </a:pPr>
            <a:r>
              <a:t>• Average Daily New Cases</a:t>
            </a:r>
          </a:p>
          <a:p>
            <a:pPr>
              <a:defRPr sz="2200"/>
            </a:pPr>
            <a:r>
              <a:t>• Peak Daily New Cases</a:t>
            </a:r>
          </a:p>
          <a:p>
            <a:pPr>
              <a:defRPr sz="2200"/>
            </a:pPr>
            <a:r>
              <a:t>• Peak Daily Deaths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/>
      </p:grpSpPr>
      <p:sp>
        <p:nvSpPr>
          <p:cNvPr id="104859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Dashboard Screenshots</a:t>
            </a:r>
          </a:p>
        </p:txBody>
      </p:sp>
      <p:sp>
        <p:nvSpPr>
          <p:cNvPr id="1048600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indent="0" marL="0">
              <a:buNone/>
              <a:defRPr sz="2200"/>
            </a:pPr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457200" y="1600200"/>
            <a:ext cx="8363128" cy="4735726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"/>
          <p:cNvSpPr>
            <a:spLocks noGrp="1"/>
          </p:cNvSpPr>
          <p:nvPr>
            <p:ph type="subTitle" idx="1"/>
          </p:nvPr>
        </p:nvSpPr>
        <p:spPr>
          <a:xfrm>
            <a:off x="293543" y="128906"/>
            <a:ext cx="8556914" cy="6354133"/>
          </a:xfrm>
        </p:spPr>
        <p:txBody>
          <a:bodyPr/>
          <a:p>
            <a:endParaRPr lang="en-GB"/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6479">
            <a:off x="2784" y="28164"/>
            <a:ext cx="9144000" cy="6652760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Key Insights</a:t>
            </a: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Global cases peaked during major waves.</a:t>
            </a:r>
          </a:p>
          <a:p>
            <a:pPr>
              <a:defRPr sz="2200"/>
            </a:pPr>
            <a:r>
              <a:t>• Recoveries increased over time.</a:t>
            </a:r>
          </a:p>
          <a:p>
            <a:pPr>
              <a:defRPr sz="2200"/>
            </a:pPr>
            <a:r>
              <a:t>• Some countries recorded consistently higher cases and deaths.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Recommendations</a:t>
            </a: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Strengthen disease surveillance.</a:t>
            </a:r>
          </a:p>
          <a:p>
            <a:pPr>
              <a:defRPr sz="2200"/>
            </a:pPr>
            <a:r>
              <a:t>• Support data-driven health planning.</a:t>
            </a:r>
          </a:p>
          <a:p>
            <a:pPr>
              <a:defRPr sz="2200"/>
            </a:pPr>
            <a:r>
              <a:t>• Monitor trends continuously.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Challenges Faced</a:t>
            </a:r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• Data cleaning and unpivoting.</a:t>
            </a:r>
          </a:p>
          <a:p>
            <a:pPr>
              <a:defRPr sz="2200"/>
            </a:pPr>
            <a:r>
              <a:t>• Creating DAX measures.</a:t>
            </a:r>
          </a:p>
          <a:p>
            <a:pPr>
              <a:defRPr sz="2200"/>
            </a:pPr>
            <a:r>
              <a:t>• Designing interactive visuals.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0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defRPr sz="2200"/>
            </a:pPr>
            <a:r>
              <a:t>This dashboard provides interactive insights to support data-driven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23106RN0DA</dc:creator>
  <cp:lastModifiedBy>Steve Canny</cp:lastModifiedBy>
  <dcterms:created xsi:type="dcterms:W3CDTF">2013-01-27T07:14:16Z</dcterms:created>
  <dcterms:modified xsi:type="dcterms:W3CDTF">2026-07-29T20:11:51Z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4de37f585255461a989713241bbb8b1b</vt:lpwstr>
  </property>
</Properties>
</file>