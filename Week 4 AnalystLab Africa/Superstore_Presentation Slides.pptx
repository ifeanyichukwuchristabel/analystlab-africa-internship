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5833" lnSpcReduction="2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5833" lnSpcReduction="2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t>Project Title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>
              <a:defRPr sz="2200"/>
            </a:pPr>
            <a:r>
              <a:t>Superstore Sales Analysis Dashboard</a:t>
            </a:r>
          </a:p>
          <a:p>
            <a:pPr>
              <a:defRPr sz="2200"/>
            </a:pPr>
            <a:r>
              <a:t>Prepared by: Christabel Ifeanyichukwu</a:t>
            </a:r>
          </a:p>
          <a:p>
            <a:pPr>
              <a:defRPr sz="2200"/>
            </a:pPr>
            <a:r>
              <a:t>Tool: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Dataset Overview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Superstore Sales dataset (2014–2017)</a:t>
            </a:r>
          </a:p>
          <a:p>
            <a:pPr>
              <a:defRPr sz="2200"/>
            </a:pPr>
            <a:r>
              <a:t>Retail sales, customers, products and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Business Problem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Analyse sales performance, profitability and customer behaviour.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KPIs Defined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Total Sales</a:t>
            </a:r>
          </a:p>
          <a:p>
            <a:pPr>
              <a:defRPr sz="2200"/>
            </a:pPr>
            <a:r>
              <a:t>• Total Profit</a:t>
            </a:r>
          </a:p>
          <a:p>
            <a:pPr>
              <a:defRPr sz="2200"/>
            </a:pPr>
            <a:r>
              <a:t>• Orders</a:t>
            </a:r>
          </a:p>
          <a:p>
            <a:pPr>
              <a:defRPr sz="2200"/>
            </a:pPr>
            <a:r>
              <a:t>• Customers</a:t>
            </a:r>
          </a:p>
          <a:p>
            <a:pPr>
              <a:defRPr sz="2200"/>
            </a:pPr>
            <a:r>
              <a:t>• Profit Margin</a:t>
            </a:r>
          </a:p>
          <a:p>
            <a:pPr>
              <a:defRPr sz="2200"/>
            </a:pPr>
            <a:r>
              <a:t>• Average Order Value</a:t>
            </a:r>
          </a:p>
          <a:p>
            <a:pPr>
              <a:defRPr sz="2200"/>
            </a:pPr>
            <a:r>
              <a:t>• Quantity</a:t>
            </a:r>
          </a:p>
          <a:p>
            <a:pPr>
              <a:defRPr sz="2200"/>
            </a:pPr>
            <a:r>
              <a:t>• Products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>
          <a:xfrm>
            <a:off x="155638" y="0"/>
            <a:ext cx="8229600" cy="1256965"/>
          </a:xfrm>
        </p:spPr>
        <p:txBody>
          <a:bodyPr/>
          <a:p>
            <a:r>
              <a:t>Dashboard Screenshot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>
          <a:xfrm>
            <a:off x="457200" y="2141687"/>
            <a:ext cx="8229600" cy="3984476"/>
          </a:xfrm>
        </p:spPr>
        <p:txBody>
          <a:bodyPr/>
          <a:p>
            <a:pPr indent="0" marL="0">
              <a:buNone/>
              <a:defRPr sz="2200"/>
            </a:pPr>
          </a:p>
        </p:txBody>
      </p: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6910">
            <a:off x="308204" y="1499500"/>
            <a:ext cx="8718910" cy="5000179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Key Insights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Sales grew overall.</a:t>
            </a:r>
          </a:p>
          <a:p>
            <a:pPr>
              <a:defRPr sz="2200"/>
            </a:pPr>
            <a:r>
              <a:t>• Office Supplies had high order volume.</a:t>
            </a:r>
          </a:p>
          <a:p>
            <a:pPr>
              <a:defRPr sz="2200"/>
            </a:pPr>
            <a:r>
              <a:t>• Standard Class dominated shipping.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Recommendations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Focus on profitable products.</a:t>
            </a:r>
          </a:p>
          <a:p>
            <a:pPr>
              <a:defRPr sz="2200"/>
            </a:pPr>
            <a:r>
              <a:t>• Review discount strategy.</a:t>
            </a:r>
          </a:p>
          <a:p>
            <a:pPr>
              <a:defRPr sz="2200"/>
            </a:pPr>
            <a:r>
              <a:t>• Optimise shipping.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Challenges Faced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Data preparation.</a:t>
            </a:r>
          </a:p>
          <a:p>
            <a:pPr>
              <a:defRPr sz="2200"/>
            </a:pPr>
            <a:r>
              <a:t>• DAX calculations.</a:t>
            </a:r>
          </a:p>
          <a:p>
            <a:pPr>
              <a:defRPr sz="2200"/>
            </a:pPr>
            <a:r>
              <a:t>• Dashboard layout and storytelling.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This dashboard provides interactive insights to support data-driven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23106RN0DA</dc:creator>
  <cp:lastModifiedBy>Steve Canny</cp:lastModifiedBy>
  <dcterms:created xsi:type="dcterms:W3CDTF">2013-01-27T07:14:16Z</dcterms:created>
  <dcterms:modified xsi:type="dcterms:W3CDTF">2026-07-29T20:07:59Z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79c3eda4dab541eb967c3980ece20303</vt:lpwstr>
  </property>
</Properties>
</file>